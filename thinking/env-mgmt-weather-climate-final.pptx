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31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e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2229" y="0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3733800"/>
            <a:ext cx="857250" cy="76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3143250"/>
            <a:ext cx="6667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MANAGEMENT</a:t>
            </a:r>
            <a:endParaRPr lang="en-US" sz="1950" dirty="0"/>
          </a:p>
        </p:txBody>
      </p:sp>
      <p:sp>
        <p:nvSpPr>
          <p:cNvPr id="6" name="Text 1"/>
          <p:cNvSpPr/>
          <p:nvPr/>
        </p:nvSpPr>
        <p:spPr>
          <a:xfrm>
            <a:off x="1523295" y="4000500"/>
            <a:ext cx="11430000" cy="2533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Weather &amp; Climate</a:t>
            </a:r>
            <a:endParaRPr lang="en-US" sz="105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8572500"/>
            <a:ext cx="15240000" cy="190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524000" y="8858974"/>
            <a:ext cx="8572500" cy="94297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chemeClr val="bg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&amp; DESIGNED BY ABHISHEK</a:t>
            </a:r>
            <a:endParaRPr lang="en-US" sz="165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650" dirty="0">
                <a:solidFill>
                  <a:schemeClr val="bg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PRESENTERS: ABHISHEK, AYOUSH, KANISHK, SARTHAK, DHIAAN</a:t>
            </a:r>
            <a:endParaRPr lang="en-US" sz="165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transition spd="med" dur="900">
    <p:fade thruBlk="1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zoom">
                                <p:cBhvr>
                                  <p:cTn id="5" dur="1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5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8250"/>
            <a:ext cx="14287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Weather vs Climate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3000" y="2095500"/>
            <a:ext cx="15240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outside your window — versus the pattern of decades.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48000"/>
            <a:ext cx="771525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9250" y="3619500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Weather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19250" y="4381500"/>
            <a:ext cx="476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 AND NOW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19250" y="5048250"/>
            <a:ext cx="6762750" cy="1857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term — here and now.</a:t>
            </a:r>
            <a:endParaRPr lang="en-US" sz="19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change every hour or day.</a:t>
            </a:r>
            <a:endParaRPr lang="en-US" sz="19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Rain, sunshine, wind, clouds.</a:t>
            </a:r>
            <a:endParaRPr lang="en-US" sz="19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every single minute.</a:t>
            </a:r>
            <a:endParaRPr lang="en-US" sz="1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3047933"/>
            <a:ext cx="7715250" cy="571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06000" y="3619500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Climate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9906000" y="4381500"/>
            <a:ext cx="476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AND LONG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906762" y="5048250"/>
            <a:ext cx="6762750" cy="1857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 — the big picture.</a:t>
            </a:r>
            <a:endParaRPr lang="en-US" sz="19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Averages over 30+ years.</a:t>
            </a:r>
            <a:endParaRPr lang="en-US" sz="19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Deserts, rainforests, seasons.</a:t>
            </a:r>
            <a:endParaRPr lang="en-US" sz="19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Shapes plants, animals, and us.</a:t>
            </a:r>
            <a:endParaRPr lang="en-US" sz="1950" dirty="0"/>
          </a:p>
        </p:txBody>
      </p:sp>
      <p:sp>
        <p:nvSpPr>
          <p:cNvPr id="12" name="TextBox 11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2 / 9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zoom">
                                <p:cBhvr>
                                  <p:cTn id="8" dur="12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5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11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02" y="709079"/>
            <a:ext cx="16002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Shapes Weather &amp; Climate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620250" y="3371850"/>
            <a:ext cx="76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572375" y="4314825"/>
            <a:ext cx="3143250" cy="285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340000">
            <a:off x="8801100" y="4905375"/>
            <a:ext cx="3143250" cy="2857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0000">
            <a:off x="9105900" y="6238875"/>
            <a:ext cx="3143250" cy="2857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840000">
            <a:off x="8248650" y="7305675"/>
            <a:ext cx="3143250" cy="2857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960000">
            <a:off x="6886575" y="7305675"/>
            <a:ext cx="3143250" cy="2857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020000">
            <a:off x="6038850" y="6238875"/>
            <a:ext cx="3143250" cy="2857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460000">
            <a:off x="6343650" y="4905375"/>
            <a:ext cx="3143250" cy="2857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4857750"/>
            <a:ext cx="2095500" cy="20955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950" y="1981200"/>
            <a:ext cx="1562100" cy="1562100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400" y="3162300"/>
            <a:ext cx="1562100" cy="1562100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5819775"/>
            <a:ext cx="1562100" cy="1562100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025" y="7953375"/>
            <a:ext cx="1562100" cy="1562100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75" y="7953375"/>
            <a:ext cx="1562100" cy="1562100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900" y="5819775"/>
            <a:ext cx="1562100" cy="1562100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3162300"/>
            <a:ext cx="1562100" cy="1562100"/>
          </a:xfrm>
          <a:prstGeom prst="rect">
            <a:avLst/>
          </a:prstGeom>
        </p:spPr>
      </p:pic>
      <p:sp>
        <p:nvSpPr>
          <p:cNvPr id="19" name="Text 2"/>
          <p:cNvSpPr/>
          <p:nvPr/>
        </p:nvSpPr>
        <p:spPr>
          <a:xfrm>
            <a:off x="8210550" y="5410200"/>
            <a:ext cx="18669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forces behind every forecast</a:t>
            </a:r>
            <a:endParaRPr lang="en-US" sz="1725" dirty="0"/>
          </a:p>
        </p:txBody>
      </p:sp>
      <p:sp>
        <p:nvSpPr>
          <p:cNvPr id="20" name="Text 3"/>
          <p:cNvSpPr/>
          <p:nvPr/>
        </p:nvSpPr>
        <p:spPr>
          <a:xfrm>
            <a:off x="8429625" y="2552700"/>
            <a:ext cx="142875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25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Atmospheric Pressure</a:t>
            </a:r>
            <a:endParaRPr lang="en-US" sz="1425" dirty="0"/>
          </a:p>
        </p:txBody>
      </p:sp>
      <p:sp>
        <p:nvSpPr>
          <p:cNvPr id="21" name="Text 4"/>
          <p:cNvSpPr/>
          <p:nvPr/>
        </p:nvSpPr>
        <p:spPr>
          <a:xfrm>
            <a:off x="10887075" y="3810000"/>
            <a:ext cx="14287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Sunlight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1496675" y="6467475"/>
            <a:ext cx="14287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Clouds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9791700" y="8601075"/>
            <a:ext cx="14287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7067550" y="8601075"/>
            <a:ext cx="14287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5362575" y="6467475"/>
            <a:ext cx="14287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Rainfall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5972175" y="3810000"/>
            <a:ext cx="14287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Humidity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3 / 9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zoom">
                                <p:cBhvr>
                                  <p:cTn id="8" dur="12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19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0"/>
            <a:ext cx="3810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191" y="1495425"/>
            <a:ext cx="7429500" cy="1924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Weather Rules Our Lives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143000" y="3714750"/>
            <a:ext cx="7239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daily choices to 100-year bridges — weather shapes it all.</a:t>
            </a:r>
            <a:endParaRPr lang="en-US" sz="1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53000"/>
            <a:ext cx="76200" cy="857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4000" y="4905375"/>
            <a:ext cx="6191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4D3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Life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524000" y="5314950"/>
            <a:ext cx="6286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wear, what we eat, where we live.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858000"/>
            <a:ext cx="76200" cy="857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23133" y="6791354"/>
            <a:ext cx="6191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4D3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Strong Builds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1524000" y="7219950"/>
            <a:ext cx="6286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 and airports engineered to beat any storm.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4 / 9</a:t>
            </a:r>
          </a:p>
        </p:txBody>
      </p:sp>
    </p:spTree>
  </p:cSld>
  <p:transition spd="med" dur="900">
    <p:prstTrans prst="zoom">
      <p:avLst/>
    </p:prstTrans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zoom">
                                <p:cBhvr>
                                  <p:cTn id="8" dur="12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191" y="723900"/>
            <a:ext cx="16002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Living With the Climate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191" y="1653302"/>
            <a:ext cx="1600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adapt to the weather — and protect the balance.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57500"/>
            <a:ext cx="5334000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905500"/>
            <a:ext cx="5334000" cy="2857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0" y="2857500"/>
            <a:ext cx="10191750" cy="27622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28147" y="3286125"/>
            <a:ext cx="8572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Smart</a:t>
            </a:r>
            <a:endParaRPr lang="en-US" sz="2550" dirty="0"/>
          </a:p>
        </p:txBody>
      </p:sp>
      <p:sp>
        <p:nvSpPr>
          <p:cNvPr id="8" name="Text 3"/>
          <p:cNvSpPr/>
          <p:nvPr/>
        </p:nvSpPr>
        <p:spPr>
          <a:xfrm>
            <a:off x="7429852" y="4009330"/>
            <a:ext cx="923925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Slanted roofs shed snow; light flat roofs beat the heat.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0" y="5905500"/>
            <a:ext cx="10191750" cy="28575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28728" y="6334125"/>
            <a:ext cx="8572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 Nature</a:t>
            </a:r>
            <a:endParaRPr lang="en-US" sz="2550" dirty="0"/>
          </a:p>
        </p:txBody>
      </p:sp>
      <p:sp>
        <p:nvSpPr>
          <p:cNvPr id="11" name="Text 5"/>
          <p:cNvSpPr/>
          <p:nvPr/>
        </p:nvSpPr>
        <p:spPr>
          <a:xfrm>
            <a:off x="7429891" y="6953250"/>
            <a:ext cx="923925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stable climate keeps forests, farms, and towns thriving.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5 / 9</a:t>
            </a:r>
          </a:p>
        </p:txBody>
      </p:sp>
    </p:spTree>
  </p:cSld>
  <p:transition spd="med" dur="900">
    <p:morph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11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076" y="683133"/>
            <a:ext cx="16002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Oceans, Rocks &amp; Soil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52750"/>
            <a:ext cx="5143500" cy="60007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52750"/>
            <a:ext cx="5143500" cy="2667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4000" y="5905500"/>
            <a:ext cx="4476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Oceans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523324" y="6524349"/>
            <a:ext cx="438150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Currents, salinity, and the water cycle all run on weather.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952750"/>
            <a:ext cx="5143500" cy="60007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952750"/>
            <a:ext cx="5143500" cy="2667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953250" y="5905500"/>
            <a:ext cx="4476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Rocks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6953250" y="6524625"/>
            <a:ext cx="4381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Wind, water, and ice slowly grind mountains down.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952750"/>
            <a:ext cx="5143500" cy="600075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500" y="2952750"/>
            <a:ext cx="5143500" cy="26670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382500" y="5905500"/>
            <a:ext cx="44767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Soil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12382595" y="6524349"/>
            <a:ext cx="438150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Climate — plus tiny microbes — builds the soil we farm.</a:t>
            </a:r>
            <a:endParaRPr lang="en-US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6 / 9</a:t>
            </a:r>
          </a:p>
        </p:txBody>
      </p:sp>
    </p:spTree>
  </p:cSld>
  <p:transition spd="med" dur="900">
    <p:prstTrans prst="zoom">
      <p:avLst/>
    </p:prstTrans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14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77198"/>
            <a:ext cx="85725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Sky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369" y="5076825"/>
            <a:ext cx="8590188" cy="16192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143500"/>
            <a:ext cx="95250" cy="1619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19250" y="5381625"/>
            <a:ext cx="7810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1619250" y="5810250"/>
            <a:ext cx="78105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1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Experts track heat, pressure, humidity, wind, and rain to decode patterns.</a:t>
            </a:r>
            <a:endParaRPr lang="en-US" sz="172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7000875"/>
            <a:ext cx="8572500" cy="16192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000875"/>
            <a:ext cx="95250" cy="16192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19250" y="7239000"/>
            <a:ext cx="7810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Weather Stations</a:t>
            </a:r>
            <a:endParaRPr lang="en-US" sz="2250" dirty="0"/>
          </a:p>
        </p:txBody>
      </p:sp>
      <p:sp>
        <p:nvSpPr>
          <p:cNvPr id="10" name="Text 4"/>
          <p:cNvSpPr/>
          <p:nvPr/>
        </p:nvSpPr>
        <p:spPr>
          <a:xfrm>
            <a:off x="1619250" y="7667625"/>
            <a:ext cx="78105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Nations record sky data every single day.</a:t>
            </a:r>
            <a:endParaRPr lang="en-US" sz="1725" dirty="0"/>
          </a:p>
        </p:txBody>
      </p:sp>
      <p:sp>
        <p:nvSpPr>
          <p:cNvPr id="11" name="Text 5"/>
          <p:cNvSpPr/>
          <p:nvPr/>
        </p:nvSpPr>
        <p:spPr>
          <a:xfrm>
            <a:off x="1143000" y="1905000"/>
            <a:ext cx="838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records reveal a region’s true climate.</a:t>
            </a:r>
            <a:endParaRPr lang="en-US" sz="18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CE77190D-9DDD-160F-0451-FDBA780D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14675"/>
            <a:ext cx="8590188" cy="1619250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A5A93691-037E-F0C0-071A-07562D1D8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14675"/>
            <a:ext cx="95250" cy="1619250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DCDC88CF-17D3-7089-E443-0F7DB7E27D33}"/>
              </a:ext>
            </a:extLst>
          </p:cNvPr>
          <p:cNvSpPr/>
          <p:nvPr/>
        </p:nvSpPr>
        <p:spPr>
          <a:xfrm>
            <a:off x="1619250" y="3381375"/>
            <a:ext cx="7810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225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118E59A3-14E3-BDB1-FB9A-70CDF4C3D973}"/>
              </a:ext>
            </a:extLst>
          </p:cNvPr>
          <p:cNvSpPr/>
          <p:nvPr/>
        </p:nvSpPr>
        <p:spPr>
          <a:xfrm>
            <a:off x="1619250" y="3867150"/>
            <a:ext cx="78105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science keeps flights, farms, and cities safe.</a:t>
            </a:r>
            <a:endParaRPr lang="en-US" sz="1725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6553581A-50BD-B1B9-8AAF-F7F27EB8AD97}"/>
              </a:ext>
            </a:extLst>
          </p:cNvPr>
          <p:cNvSpPr/>
          <p:nvPr/>
        </p:nvSpPr>
        <p:spPr>
          <a:xfrm>
            <a:off x="1619250" y="5354638"/>
            <a:ext cx="7810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latin typeface="Poppins"/>
              </a:rPr>
              <a:t>How We Track It</a:t>
            </a:r>
            <a:r>
              <a:rPr lang="en-US" sz="2250" dirty="0"/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7 / 9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11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19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857500"/>
            <a:ext cx="723900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22500" dirty="0"/>
          </a:p>
        </p:txBody>
      </p:sp>
      <p:sp>
        <p:nvSpPr>
          <p:cNvPr id="4" name="Text 1"/>
          <p:cNvSpPr/>
          <p:nvPr/>
        </p:nvSpPr>
        <p:spPr>
          <a:xfrm>
            <a:off x="1238250" y="5715000"/>
            <a:ext cx="7239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MARCH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238250" y="6477000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Meteorological Day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2857500"/>
            <a:ext cx="7620000" cy="53340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2857500"/>
            <a:ext cx="7620000" cy="95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01250" y="3333750"/>
            <a:ext cx="666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Sky, One Team</a:t>
            </a:r>
            <a:endParaRPr lang="en-US" sz="2550" dirty="0"/>
          </a:p>
        </p:txBody>
      </p:sp>
      <p:sp>
        <p:nvSpPr>
          <p:cNvPr id="9" name="Text 4"/>
          <p:cNvSpPr/>
          <p:nvPr/>
        </p:nvSpPr>
        <p:spPr>
          <a:xfrm>
            <a:off x="10001250" y="4191000"/>
            <a:ext cx="6667500" cy="2771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data saves crops and lives.</a:t>
            </a:r>
            <a:endParaRPr lang="en-US" sz="19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science, taught to everyone.</a:t>
            </a:r>
            <a:endParaRPr lang="en-US" sz="19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the sky — stay safe in storms.</a:t>
            </a:r>
            <a:endParaRPr lang="en-US" sz="1950" dirty="0"/>
          </a:p>
        </p:txBody>
      </p:sp>
      <p:sp>
        <p:nvSpPr>
          <p:cNvPr id="10" name="TextBox 9"/>
          <p:cNvSpPr txBox="1"/>
          <p:nvPr/>
        </p:nvSpPr>
        <p:spPr>
          <a:xfrm>
            <a:off x="17282160" y="97840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08080"/>
                </a:solidFill>
                <a:latin typeface="Inter"/>
              </a:rPr>
              <a:t>8 / 9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zoom">
                                <p:cBhvr>
                                  <p:cTn id="5" dur="1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6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withEffect"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6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4095750"/>
            <a:ext cx="28575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0" y="3429000"/>
            <a:ext cx="11430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MANAGEMENT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429000" y="4381500"/>
            <a:ext cx="11430000" cy="1628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END</a:t>
            </a:r>
            <a:endParaRPr lang="en-US" sz="13500" dirty="0"/>
          </a:p>
        </p:txBody>
      </p:sp>
    </p:spTree>
  </p:cSld>
  <p:transition spd="med" dur="900">
    <p:fade thruBlk="1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8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490</Words>
  <Application>Microsoft Office PowerPoint</Application>
  <PresentationFormat>Custom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de7e2aa6-ae64-4162-ad51-76a6153512dd</dc:title>
  <dc:subject>Presentation Export</dc:subject>
  <dc:creator>Design Export</dc:creator>
  <cp:lastModifiedBy>Anirudh Vijay Kumar</cp:lastModifiedBy>
  <cp:revision>4</cp:revision>
  <dcterms:created xsi:type="dcterms:W3CDTF">2026-09-21T11:30:41Z</dcterms:created>
  <dcterms:modified xsi:type="dcterms:W3CDTF">2026-09-22T16:01:33Z</dcterms:modified>
</cp:coreProperties>
</file>